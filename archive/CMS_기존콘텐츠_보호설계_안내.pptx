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CMS 고도화 프로젝트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콘텐츠 100% 보호 설계 안내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0" y="3749040"/>
            <a:ext cx="18288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관리 시스템 개선 — 안전한 전환을 위한 설계 원칙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 | 대교 IT기획팀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콘텐츠팀의 우려와 우리의 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콘텐츠팀의 우려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"시스템 바꾸면 기존 작업물이 사라지지 않을까?"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"이전 데이터가 잘못 옮골지면 어떡하지?"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"새 시스템 적응하는 동안 업무가 멈추지 않을까?"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설계에 반영된 답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92024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콘텐츠는 별도 DB에 원본 보존.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시스템은 복사본으로 작업합니다.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83464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스크립트가 건건이 확인.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발견 시 원본으로 즉시 복원합니다.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4904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4주 병행 운영.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기존+새 시스템 동시 사용합니다.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6517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콘텐츠 보호 3대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설계 결정은 "기존 콘텐츠 절대 손실 없음"을 최우선 원칙으로 설계했습니다.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329184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보존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DB는 그대로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2918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시스템(JiniWorks)의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DB는 절대 수정하지 않습니다.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DB(ncm_)에 복사본을 만들고,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원본은 읽기 전용으로 유지합니다.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37560" y="1508760"/>
            <a:ext cx="2606040" cy="329184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508760"/>
            <a:ext cx="2606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 가능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7472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 되돌릴 수 있음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32918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콘텐츠는 버전 이력이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기록됩니다. 문제 발견 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버전으로 즉시 복원할 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있어, 작업물이 사라질 걱정이 없습니다.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17920" y="1508760"/>
            <a:ext cx="2606040" cy="329184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7"/>
          <p:cNvSpPr/>
          <p:nvPr/>
        </p:nvSpPr>
        <p:spPr>
          <a:xfrm>
            <a:off x="708660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20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 운영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55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중단 없음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46520" y="32918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4주간 기존+새 시스템을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운영합니다.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시스템이 안정될 때까지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계속 사용 가능합니다.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전환 과정 — 콘텐츠가 어떻게 보호되는가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34440"/>
            <a:ext cx="155448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DB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유지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9968" y="1234440"/>
            <a:ext cx="1554480" cy="1371600"/>
          </a:xfrm>
          <a:prstGeom prst="rect">
            <a:avLst/>
          </a:prstGeom>
          <a:solidFill>
            <a:srgbClr val="0B525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21408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DB에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복사본 생성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4448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85616" y="1234440"/>
            <a:ext cx="155448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4256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2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77056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스크립트로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확인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0096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41264" y="1234440"/>
            <a:ext cx="1554480" cy="1371600"/>
          </a:xfrm>
          <a:prstGeom prst="rect">
            <a:avLst/>
          </a:prstGeom>
          <a:solidFill>
            <a:srgbClr val="0B525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8990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32704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 병행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95744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96912" y="1234440"/>
            <a:ext cx="1554480" cy="1371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45552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88352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안정화 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완료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8595360" cy="36576"/>
          </a:xfrm>
          <a:prstGeom prst="rect">
            <a:avLst/>
          </a:prstGeom>
          <a:solidFill>
            <a:srgbClr val="E8EEE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 전략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3474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DB의 커리큐럼, 양식, 작업 이력,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바인딩 정보를 새 ncm_ 테이블에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복사합니다. 원본은 변경하지 않습니다.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방법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37560" y="3474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레코드 수, FK 참조, 샘플 데이터 비교를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 무결성을 검증합니다.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모드로 실제 적용 전 시뮬레이션.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 운영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17920" y="3474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JiniWorks + 새 CMS를 동시에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사용합니다. 새 시스템이 안정될 때까지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시스템을 자유롭게 사용할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"콘텐츠 독립성" — 새 설계의 핵심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콘텐츠는 과목코드와 분리되어 독립적으로 존재합니다.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"비유: 책(=콘텐츠)은 책장에 꽂혀있고, 어떤 서가래(과목코드)에 배치할지는 나중에 결정"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기존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91B1B"/>
                </a:solidFill>
              </a:rPr>
              <a:t>콘텐츠 = 과목코드에 종속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과목코드가 변경되면 콘텐츠도 영향을 받음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하나의 콘텐츠를 여러 시스템에 제공하기 어려움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구조 변경 시 전체 콘텐츠 재검증 필요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84048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새 CMS 설계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F46"/>
                </a:solidFill>
              </a:rPr>
              <a:t>콘텐츠 = 독립적으로 존재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과목코드가 바뀌어도 콘텐츠는 안전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하나의 콘텐츠를 여러 시스템에 자유롭게 연결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B8D"/>
                </a:solidFill>
              </a:rPr>
              <a:t>구조 변경 시에도 기존 콘텐츠에 영향 없음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30175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구체적 보호 장치 5가지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DB 보존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JiniWorks DB는 읽기 전용으로 유지. 새 DB(ncm_)는 별도 공간에 생성.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97280"/>
            <a:ext cx="54864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콘텐츠 변경은 버전 번호가 붙습니다. 이전 버전으로 즉시 복원 가능.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97280"/>
            <a:ext cx="54864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스크립트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마이그레이션 전후 데이터 무결성을 자동 검증. 불일치 시 즉시 알림.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897380" y="29718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97380" y="2971800"/>
            <a:ext cx="54864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8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8318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 운영 4주+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12598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기존+새 시스템 동시 사용. 문제 시 기존 시스템으로 즉시 복귀 가능.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77740" y="29718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7740" y="2971800"/>
            <a:ext cx="54864" cy="1600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31546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354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사전 검증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00634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운영팀이 직접 2주간 테스트. 승인 후에만 전환을 진행합니다.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전환 타임라인 — 콘텐츠팀 관점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03120"/>
            <a:ext cx="8229600" cy="109728"/>
          </a:xfrm>
          <a:prstGeom prst="rect">
            <a:avLst/>
          </a:prstGeom>
          <a:solidFill>
            <a:srgbClr val="E8EEE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97510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6월~9월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2011680" cy="164592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1460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 정상 운영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콘텐츠팀 업무 변화 없음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975104"/>
            <a:ext cx="365760" cy="365760"/>
          </a:xfrm>
          <a:prstGeom prst="ellipse">
            <a:avLst/>
          </a:prstGeom>
          <a:solidFill>
            <a:srgbClr val="0B525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10월~11월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514600"/>
            <a:ext cx="2011680" cy="164592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514600"/>
            <a:ext cx="2011680" cy="54864"/>
          </a:xfrm>
          <a:prstGeom prst="rect">
            <a:avLst/>
          </a:prstGeom>
          <a:solidFill>
            <a:srgbClr val="0B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검증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마이그레이션 + QA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콘텐츠팀 UAT 참여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19751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11월~12월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514600"/>
            <a:ext cx="2011680" cy="1645920"/>
          </a:xfrm>
          <a:prstGeom prst="rect">
            <a:avLst/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51460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 운영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+ 새 시스템 동시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충분한 적응 기간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FF3E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62272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515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전환 전체 과정에서 콘텐츠팀의 기존 업무는 중단되지 않으며, 모든 기존 작업물은 원본 그대로 보존됩니다.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콘텐츠는 안전합니다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657600" y="3383280"/>
            <a:ext cx="18288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DB 보존   ·   버전 관리   ·   병행 운영   ·   UAT 검증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문의사항이 있으시면 언제든 말씀해 주세요.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안전하게 전환하겠습니다.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고도화 — 기존 콘텐츠 보호 설계 안내</dc:title>
  <dc:subject>PptxGenJS Presentation</dc:subject>
  <dc:creator>Shawn Kim</dc:creator>
  <cp:lastModifiedBy>Shawn Kim</cp:lastModifiedBy>
  <cp:revision>1</cp:revision>
  <dcterms:created xsi:type="dcterms:W3CDTF">2026-04-29T00:24:10Z</dcterms:created>
  <dcterms:modified xsi:type="dcterms:W3CDTF">2026-04-29T00:24:10Z</dcterms:modified>
</cp:coreProperties>
</file>