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CMS 고도화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종속</a:t>
            </a:r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</a:t>
            </a:r>
            <a:pPr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</a:t>
            </a:r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콘텐츠가 추가 작업 없이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자연스럽게 전환되는 설계 원리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09728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2026.04  |  IT기획팀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2286000" cy="228600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057400"/>
            <a:ext cx="914400" cy="914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0" y="11887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Shape 8"/>
          <p:cNvSpPr/>
          <p:nvPr/>
        </p:nvSpPr>
        <p:spPr>
          <a:xfrm>
            <a:off x="8595360" y="1828800"/>
            <a:ext cx="228600" cy="2286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0" y="36576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5760720" y="3291840"/>
            <a:ext cx="182880" cy="182880"/>
          </a:xfrm>
          <a:prstGeom prst="ellipse">
            <a:avLst/>
          </a:prstGeom>
          <a:solidFill>
            <a:srgbClr val="F8717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콘텐츠팀의 핵심 질문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기존 콘텐츠를 다시 검증하지 않아도 되는가?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768096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54864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답변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새 시스템은 콘텐츠 자체를 건드리지 않습니다.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</a:rPr>
              <a:t>기존 시스템은 콘텐츠가 상품코드에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2626"/>
                </a:solidFill>
              </a:rPr>
              <a:t>종속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</a:rPr>
              <a:t>되어 있어, 코드가 바뀌면 콘텐츠도 영향을 받았습니다.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</a:rPr>
              <a:t>새 시스템은 콘텐츠가 독립적으로 존재하고, 상품코드는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59669"/>
                </a:solidFill>
              </a:rPr>
              <a:t>참조(연결)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</a:rPr>
              <a:t>로만 연결됩니다.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93B"/>
                </a:solidFill>
              </a:rPr>
              <a:t>따라서 콘텐츠를 옮기는 것이 아니라, 연결 방식만 바꾸는 것입니다.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비교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종속 구조 vs 참조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3291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840480" cy="5029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기존: 종속 구조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146304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수학 콘텐츠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146304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 콘텐츠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86000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=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286000" y="28346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=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651760" y="2194560"/>
            <a:ext cx="137160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M(수학)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51760" y="2834640"/>
            <a:ext cx="137160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E(영어)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코드가 변경되면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콘텐츠도 깨짐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콘텐츠 = 1 코드에 고정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743200"/>
            <a:ext cx="457200" cy="4572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846320" y="1463040"/>
            <a:ext cx="3840480" cy="32918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46320" y="1463040"/>
            <a:ext cx="3840480" cy="50292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3619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4068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신규: 참조 구조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120640" y="2148840"/>
            <a:ext cx="15544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수학 커리큘럼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120640" y="2651760"/>
            <a:ext cx="15544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 커리큘럼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720840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720840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720840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492240" y="1874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132320" y="2148840"/>
            <a:ext cx="64008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818120" y="2148840"/>
            <a:ext cx="64008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7132320" y="2651760"/>
            <a:ext cx="64008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818120" y="2651760"/>
            <a:ext cx="64008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ET1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7132320" y="3154680"/>
            <a:ext cx="64008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12064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코드가 변경되어도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콘텐츠는 그대로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120640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콘텐츠 → N개 코드 자유 연결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구조의 실제 효과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중인 상품코드가 자연스럽게 정돈된다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콘텐츠는 그대로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91440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기존에 만든 콘텐츠(커리큘럼, 양식, 작업물)는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시스템에서도 동일하게 존재합니다.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내용을 옮기거나 다시 만들 필요가 없습니다.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044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코드는 연결만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520440" y="2788920"/>
            <a:ext cx="91440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9260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상품코드(M, E, ET1...)는 콘텐츠에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링크로 연결됩니다.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링크를 끊거나 새로 걸어도 콘텐츠는 무관합니다.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운영하면서 정돈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2788920"/>
            <a:ext cx="91440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9260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가동 후 상품코드를 연결하면서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자연스럽게 코드 체계가 정리됩니다.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별도의 정리 작업이 필요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시나리오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콘텐츠가 새 시스템에서 동작하는 과정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2651760" cy="3017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74520"/>
            <a:ext cx="82296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이전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콘텐츠(커리큘럼 + 양식)를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DB로 그대로 복사합니다.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변경 없음.</a:t>
            </a:r>
            <a:endParaRPr lang="en-US" sz="1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83464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83280" y="1600200"/>
            <a:ext cx="2651760" cy="3017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60020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Shape 11"/>
          <p:cNvSpPr/>
          <p:nvPr/>
        </p:nvSpPr>
        <p:spPr>
          <a:xfrm>
            <a:off x="3566160" y="1874520"/>
            <a:ext cx="82296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1874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56616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상품코드 연결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566160" y="28346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중인 상품코드를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콘텐츠에 참조로 연결합니다.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코드 그대로 사용.</a:t>
            </a:r>
            <a:endParaRPr lang="en-US" sz="12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834640"/>
            <a:ext cx="274320" cy="2743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309360" y="1600200"/>
            <a:ext cx="2651760" cy="3017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1600200"/>
            <a:ext cx="265176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Shape 17"/>
          <p:cNvSpPr/>
          <p:nvPr/>
        </p:nvSpPr>
        <p:spPr>
          <a:xfrm>
            <a:off x="6492240" y="1874520"/>
            <a:ext cx="822960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18"/>
          <p:cNvSpPr/>
          <p:nvPr/>
        </p:nvSpPr>
        <p:spPr>
          <a:xfrm>
            <a:off x="6492240" y="1874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922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유기적 운영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492240" y="28346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코드 추가, 기존 코드 변경,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시스템 연결 — 모두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수정 없이 가능.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검증이 필요 없는 4가지 이유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자체가 콘텐츠 안전을 보장합니다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= 독립 객체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커리큘럼과 양식이 상품코드와 분리되어 독립적으로 존재합니다.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코드가 바뀌어도 콘텐츠 내용은 영향 받지 않습니다.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402336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55448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바인딩 = 참조 링크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83480" y="2194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상품코드 연결은 '참조'일 뿐입니다.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링크를 끊어도, 새로 걸어도, 콘텐츠 원본은 그대로입니다.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246120"/>
            <a:ext cx="402336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24612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90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 = 전달 단위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85800" y="3886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콘텐츠를 뉴드림스, 눈높이, 성장판 등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시스템에 양식 단위로 독립 전달합니다.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54880" y="3246120"/>
            <a:ext cx="402336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24612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290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유형코드 = 자동 파생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983480" y="3886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ANS, CBT 등 유형코드는 양식 선택 시 자동 생성됩니다.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시스템과의 호환이 설계에 내장되어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후 달라지는 것과 달라지지 않는 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콘텐츠팀의 일상 업무 관점에서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달라지지 않는 것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기존에 작업한 콘텐츠 — 100% 보존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9748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커리큘럼 구조 (단계, 세트, 학습일)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양식과 필드 구성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8620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이력과 담당자 정보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75488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2"/>
          <p:cNvSpPr/>
          <p:nvPr/>
        </p:nvSpPr>
        <p:spPr>
          <a:xfrm>
            <a:off x="493776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좋아지는 것</a:t>
            </a:r>
            <a:endParaRPr lang="en-US" sz="15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10312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4924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콘텐츠를 여러 시스템에 동시 제공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697480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492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상품코드 변경 시 콘텐츠 재작업 불필요</a:t>
            </a:r>
            <a:endParaRPr lang="en-US" sz="13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291840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4924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체계가 운영하면서 자연 정돈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88620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4924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 단위로 세밀한 전달 관리 가능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콘텐츠는 건드리지 않습니다.</a:t>
            </a:r>
            <a:endParaRPr lang="en-US" sz="3200" dirty="0"/>
          </a:p>
          <a:p>
            <a:pPr indent="0" marL="0"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방식만 바꿉니다.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종속 → 참조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|  기존 콘텐츠 100% 보존  |  상품코드 자연 정돈  |  추가 검증 불필요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IT기획팀  |  2026.04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 고도화 — 종속에서 참조로</dc:title>
  <dc:subject>PptxGenJS Presentation</dc:subject>
  <dc:creator>Shawn Kim</dc:creator>
  <cp:lastModifiedBy>Shawn Kim</cp:lastModifiedBy>
  <cp:revision>1</cp:revision>
  <dcterms:created xsi:type="dcterms:W3CDTF">2026-04-29T00:58:56Z</dcterms:created>
  <dcterms:modified xsi:type="dcterms:W3CDTF">2026-04-29T00:58:56Z</dcterms:modified>
</cp:coreProperties>
</file>